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pic>
        <p:nvPicPr>
          <p:cNvPr id="3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61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ReiOps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55680" y="64739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1/8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ReiOps makes AI agents safe for businesses.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Managed workflows with sandboxes, approval gates, live traces, audit logs, and Telegram operator control.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423160"/>
            <a:ext cx="5212080" cy="192024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The product thesis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31546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Agents are becoming abundant. Businesses will pay for the trusted layer that lets them run agents safely.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52303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Live demo: reiops.xyz/demo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559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GitHub: github.com/typakon4/reiops-demo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pic>
        <p:nvPicPr>
          <p:cNvPr id="3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61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ReiOps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55680" y="64739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2/8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Problem: raw agents are hard to trust.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Companies do not just need more agents. They need control, accountability, and support.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48716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24231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Agents need access to codebases, CRMs, infra, customer data, and internal tools.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303580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971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Teams need to know what an agent did, what changed, and what it cost.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358444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352044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Risky actions need human approval before PRs, deployments, or external messages.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413308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406908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SMBs and enterprises want reliable outcomes, not unmanaged scripts.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5074920"/>
            <a:ext cx="10515600" cy="822960"/>
          </a:xfrm>
          <a:prstGeom prst="roundRect">
            <a:avLst>
              <a:gd name="adj" fmla="val 17778"/>
            </a:avLst>
          </a:prstGeom>
          <a:solidFill>
            <a:srgbClr val="081B24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533095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The scarce layer is no longer the agent. The scarce layer is trust.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pic>
        <p:nvPicPr>
          <p:cNvPr id="3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61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ReiOps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55680" y="64739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3/8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Solution: managed agent workflows.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ReiOps packages agents into vetted, observable, human-approved business workflows.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331720"/>
            <a:ext cx="2560320" cy="1874520"/>
          </a:xfrm>
          <a:prstGeom prst="roundRect">
            <a:avLst>
              <a:gd name="adj" fmla="val 63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5603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1. Vetted workflow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33272" y="2990088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Repeatable workflows for specific business tasks, not generic agent chaos.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11880" y="2331720"/>
            <a:ext cx="2560320" cy="1874520"/>
          </a:xfrm>
          <a:prstGeom prst="roundRect">
            <a:avLst>
              <a:gd name="adj" fmla="val 63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67912" y="25603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2. Control plane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67912" y="2990088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Sandboxing, tool permissions, live trace, costs, and policy gates.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46520" y="2331720"/>
            <a:ext cx="2560320" cy="1874520"/>
          </a:xfrm>
          <a:prstGeom prst="roundRect">
            <a:avLst>
              <a:gd name="adj" fmla="val 63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02552" y="25603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3. Human approval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02552" y="2990088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Operators approve critical actions from the web dashboard or Telegram.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281160" y="2331720"/>
            <a:ext cx="2148840" cy="1874520"/>
          </a:xfrm>
          <a:prstGeom prst="roundRect">
            <a:avLst>
              <a:gd name="adj" fmla="val 63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37192" y="256032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4. Audit trail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537192" y="2990088"/>
            <a:ext cx="1636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Every run becomes reviewable: inputs, actions, approvals, and outcome.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4983480"/>
            <a:ext cx="10515600" cy="822960"/>
          </a:xfrm>
          <a:prstGeom prst="roundRect">
            <a:avLst>
              <a:gd name="adj" fmla="val 17778"/>
            </a:avLst>
          </a:prstGeom>
          <a:solidFill>
            <a:srgbClr val="081B24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88720" y="52395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ReiOps = managed marketplace + control plane for business-ready agents.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pic>
        <p:nvPicPr>
          <p:cNvPr id="3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61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ReiOps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55680" y="64739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4/8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Demo: GitHub Issue Fixer.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concrete workflow that shows how ReiOps controls agent execution.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39572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23317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 GitHub issue is assigned to an AI workflow.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289864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83464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The agent runs in a sandbox, edits code, and runs tests.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340156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33375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ReiOps records a live execution trace with files, commands, risk, and cost.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39044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384048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PR creation is blocked until a human approves it.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4400" y="440740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0432" y="43434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Approval can happen in the web dashboard or Telegram bot.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5257800"/>
            <a:ext cx="10515600" cy="822960"/>
          </a:xfrm>
          <a:prstGeom prst="roundRect">
            <a:avLst>
              <a:gd name="adj" fmla="val 17778"/>
            </a:avLst>
          </a:prstGeom>
          <a:solidFill>
            <a:srgbClr val="081B24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551383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Live: reiops.xyz/demo  •  Telegram: @ReiOps_bot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pic>
        <p:nvPicPr>
          <p:cNvPr id="3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61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ReiOps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55680" y="64739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5/8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Why now: agent capability is crossing into real work.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As agents get tool access, businesses need governance before adoption can scale.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331720"/>
            <a:ext cx="3246120" cy="1874520"/>
          </a:xfrm>
          <a:prstGeom prst="roundRect">
            <a:avLst>
              <a:gd name="adj" fmla="val 63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560320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Agent supply is exploding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33272" y="2990088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Open-source and commercial agents are rapidly becoming available to every team.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2331720"/>
            <a:ext cx="3246120" cy="1874520"/>
          </a:xfrm>
          <a:prstGeom prst="roundRect">
            <a:avLst>
              <a:gd name="adj" fmla="val 63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0872" y="2560320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Tool access creates risk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90872" y="2990088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Agents increasingly touch repos, SaaS apps, databases, tickets, and infrastructure.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2440" y="2331720"/>
            <a:ext cx="3246120" cy="1874520"/>
          </a:xfrm>
          <a:prstGeom prst="roundRect">
            <a:avLst>
              <a:gd name="adj" fmla="val 63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48472" y="2560320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Trust becomes the bottleneck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48472" y="2990088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The winning layer is permissions, monitoring, approvals, and support.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983480"/>
            <a:ext cx="10515600" cy="822960"/>
          </a:xfrm>
          <a:prstGeom prst="roundRect">
            <a:avLst>
              <a:gd name="adj" fmla="val 17778"/>
            </a:avLst>
          </a:prstGeom>
          <a:solidFill>
            <a:srgbClr val="081B24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52395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We are not betting on one agent. We are building the layer that runs many agents safely.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pic>
        <p:nvPicPr>
          <p:cNvPr id="3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61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ReiOps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55680" y="64739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6/8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Business model: start managed, then productize.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tech-enabled service wedge that becomes a workflow marketplace and control plane.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39572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23317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SMB packages: monthly managed workflows for common tasks.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294436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8803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Enterprise: custom deployments with policy, audit, integrations, and SLA.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349300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34290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Platform: repeatable deployments become workflow templates.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404164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397764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Marketplace: curated distribution for vetted business-ready agents.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4983480"/>
            <a:ext cx="10515600" cy="822960"/>
          </a:xfrm>
          <a:prstGeom prst="roundRect">
            <a:avLst>
              <a:gd name="adj" fmla="val 17778"/>
            </a:avLst>
          </a:prstGeom>
          <a:solidFill>
            <a:srgbClr val="081B24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52395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Services teach us what businesses trust. Software scales the repeatable workflows.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pic>
        <p:nvPicPr>
          <p:cNvPr id="3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61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ReiOps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55680" y="64739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7/8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Team: technical builder + operations credibility.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family team combining agent system building with real-world infrastructure operations.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240280"/>
            <a:ext cx="5212080" cy="2148840"/>
          </a:xfrm>
          <a:prstGeom prst="roundRect">
            <a:avLst>
              <a:gd name="adj" fmla="val 553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46888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Vsevolod Malakhov — technical founder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33272" y="2898648"/>
            <a:ext cx="4700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18-year-old Information Systems student. Built Rei, a Telegram-first internal agent operating system, and OpenKey, an end-to-end encrypted messenger. Focus: security, distributed systems, agent orchestration, and human-in-the-loop UX.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240280"/>
            <a:ext cx="5212080" cy="2148840"/>
          </a:xfrm>
          <a:prstGeom prst="roundRect">
            <a:avLst>
              <a:gd name="adj" fmla="val 553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246888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Vadim Solovev — operations / business lead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73952" y="2898648"/>
            <a:ext cx="4700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15+ years across critical infrastructure, consulting, construction, and data center operations. Brings enterprise process design, budgets, stakeholder management, and operational discipline.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5166360"/>
            <a:ext cx="10515600" cy="822960"/>
          </a:xfrm>
          <a:prstGeom prst="roundRect">
            <a:avLst>
              <a:gd name="adj" fmla="val 17778"/>
            </a:avLst>
          </a:prstGeom>
          <a:solidFill>
            <a:srgbClr val="081B24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542239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Proof today: live demo, Telegram bot, public repo, deployed web/API/bot stack.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pic>
        <p:nvPicPr>
          <p:cNvPr id="3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61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ReiOps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55680" y="64739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8/8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960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Next: turn the demo into design partner workflows.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The goal is to learn from real teams and productize repeatable safe automation.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30428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224028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Run controlled GitHub workflows with design partners.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285292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7889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Add real integrations with scoped permissions and audit export.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340156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33375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Build policy engine for risky actions and approval roles.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395020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38862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Expand into a curated marketplace of managed business workflows.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5074920"/>
            <a:ext cx="10515600" cy="822960"/>
          </a:xfrm>
          <a:prstGeom prst="roundRect">
            <a:avLst>
              <a:gd name="adj" fmla="val 17778"/>
            </a:avLst>
          </a:prstGeom>
          <a:solidFill>
            <a:srgbClr val="081B24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533095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ReiOps is the trusted operations layer for business-ready AI agents.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ReiOps — Simple Pitch Deck</dc:title>
  <dc:subject>Simple ReiOps Speedrun pitch deck</dc:subject>
  <dc:creator>ReiOps</dc:creator>
  <cp:lastModifiedBy>ReiOps</cp:lastModifiedBy>
  <cp:revision>1</cp:revision>
  <dcterms:created xsi:type="dcterms:W3CDTF">2026-05-16T23:01:13Z</dcterms:created>
  <dcterms:modified xsi:type="dcterms:W3CDTF">2026-05-16T23:01:13Z</dcterms:modified>
</cp:coreProperties>
</file>